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8633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731520" cy="109728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C99E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ENGSTROM WOOD PRODUCTS · CASE STUDY &amp; PROPOSAL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400" dirty="0">
                <a:solidFill>
                  <a:srgbClr val="F0ED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 Quote App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48640" y="32461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i="1" dirty="0">
                <a:solidFill>
                  <a:srgbClr val="A881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Trade Businesses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548640" y="44805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0ED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estimating in spreadsheets. Start closing in minutes.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5166360"/>
            <a:ext cx="1280160" cy="36576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5349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99E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craftspeople, by a developer who works with them.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A88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i="1" dirty="0">
                <a:solidFill>
                  <a:srgbClr val="1F2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 quoting is eating your week.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00888" y="2697480"/>
            <a:ext cx="33832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A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00888" y="2697480"/>
            <a:ext cx="3383280" cy="54864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75208" y="30175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i="1" dirty="0">
                <a:solidFill>
                  <a:srgbClr val="A881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975208" y="38404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F2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Hours per quote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975208" y="4389120"/>
            <a:ext cx="2834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5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Spreadsheets, scratch pads, and "let me get back to you tomorrow." Every quote is a custom build from scratch.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04208" y="2697480"/>
            <a:ext cx="33832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A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404208" y="2697480"/>
            <a:ext cx="3383280" cy="54864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678528" y="30175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i="1" dirty="0">
                <a:solidFill>
                  <a:srgbClr val="A881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4678528" y="38404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F2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Pricing drift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678528" y="4389120"/>
            <a:ext cx="2834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5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jobs, different numbers. A small mistake in a spreadsheet costs real margin you'll never see.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07528" y="2697480"/>
            <a:ext cx="33832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A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107528" y="2697480"/>
            <a:ext cx="3383280" cy="54864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381848" y="30175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i="1" dirty="0">
                <a:solidFill>
                  <a:srgbClr val="A881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8381848" y="38404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F2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Slow follow-up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381848" y="4389120"/>
            <a:ext cx="2834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5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time the proposal goes out, the customer's already talking to someone else. Speed wins jobs.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E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 App for Trade Businesses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A88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1F2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custom-branded estimating app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i="1" dirty="0">
                <a:solidFill>
                  <a:srgbClr val="A881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that turns your pricing rules into instant, professional quotes.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04292" y="2980944"/>
            <a:ext cx="3593592" cy="1856232"/>
          </a:xfrm>
          <a:prstGeom prst="rect">
            <a:avLst/>
          </a:prstGeom>
          <a:ln w="12700">
            <a:solidFill>
              <a:srgbClr val="A881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C:/Users/SURFACE/Downloads/EWP Quote App/screenshots/01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868" y="3017520"/>
            <a:ext cx="3520440" cy="1783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0868" y="489204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1F2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Dashboard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40868" y="52578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projects, statuses, and client info — at a glance.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99052" y="2980944"/>
            <a:ext cx="3593592" cy="1856232"/>
          </a:xfrm>
          <a:prstGeom prst="rect">
            <a:avLst/>
          </a:prstGeom>
          <a:ln w="12700">
            <a:solidFill>
              <a:srgbClr val="A881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1" descr="C:/Users/SURFACE/Downloads/EWP Quote App/screenshots/02_room_estimat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5628" y="3017520"/>
            <a:ext cx="3520440" cy="17830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335628" y="489204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1F2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Room Estimator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4335628" y="52578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in items, watch the total update live.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093812" y="2980944"/>
            <a:ext cx="3593592" cy="1856232"/>
          </a:xfrm>
          <a:prstGeom prst="rect">
            <a:avLst/>
          </a:prstGeom>
          <a:ln w="12700">
            <a:solidFill>
              <a:srgbClr val="A881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2" descr="C:/Users/SURFACE/Downloads/EWP Quote App/screenshots/03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0388" y="3017520"/>
            <a:ext cx="3520440" cy="17830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130388" y="489204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1F2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Quote PDF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8130388" y="52578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branding. Your logo. Sent in one click.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E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 App for Trade Businesses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A88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   —   PART 1 OF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i="1" dirty="0">
                <a:solidFill>
                  <a:srgbClr val="1F2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around how you actually quote.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914400" y="2194560"/>
            <a:ext cx="52120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A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14400" y="2194560"/>
            <a:ext cx="54864" cy="1920240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188720" y="24231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A881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103120" y="237744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F2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Multi-step workflow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103120" y="297180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5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→ Rooms → Final Details → Summary → Send. Each step validates the last so nothing slips through.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2120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A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400800" y="2194560"/>
            <a:ext cx="54864" cy="1920240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675120" y="24231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A881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589520" y="237744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F2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Itemized line by line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589520" y="297180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5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Cabinetry, upgrades, finishing, install — every component priced from your tables, never guessed.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4400" y="4389120"/>
            <a:ext cx="52120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A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914400" y="4389120"/>
            <a:ext cx="54864" cy="1920240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188720" y="46177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A881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103120" y="457200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F2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totals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103120" y="516636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5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a quantity, swap a finish, toggle tax — the grand total recalculates instantly.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0" y="4389120"/>
            <a:ext cx="52120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A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400800" y="4389120"/>
            <a:ext cx="54864" cy="1920240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675120" y="46177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A881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589520" y="457200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F2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Master adjustment %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589520" y="516636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5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 a discount or markup across every line at once. Great for repeat customers or rush jobs.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E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 App for Trade Businesses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A88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   —   PART 2 OF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i="1" dirty="0">
                <a:solidFill>
                  <a:srgbClr val="1F2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estimate to inbox.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914400" y="2194560"/>
            <a:ext cx="52120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A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14400" y="2194560"/>
            <a:ext cx="54864" cy="1920240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188720" y="24231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A881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103120" y="237744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F2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Branded PDF quotes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103120" y="297180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5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Auto-generated, two-page templates with your logo and your colors. Customer-facing and internal versions, side by side.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2120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A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400800" y="2194560"/>
            <a:ext cx="54864" cy="1920240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675120" y="24231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A881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589520" y="237744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F2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Email from the app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589520" y="297180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5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 quote to a client without leaving the screen. Replies come back to your inbox.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4400" y="4389120"/>
            <a:ext cx="52120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A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914400" y="4389120"/>
            <a:ext cx="54864" cy="1920240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188720" y="46177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A881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103120" y="457200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F2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 panel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103120" y="516636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5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pricing tables, contractors, users, and bug reports. No developer needed for day-to-day changes.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0" y="4389120"/>
            <a:ext cx="52120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A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400800" y="4389120"/>
            <a:ext cx="54864" cy="1920240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675120" y="46177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A881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589520" y="457200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F2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Cloud-synced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589520" y="516636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5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 from the office, the truck, or the job site. Same data, any device, real-time.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E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 App for Trade Businesses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A88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YOUR WORKFLOW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i="1" dirty="0">
                <a:solidFill>
                  <a:srgbClr val="1F2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quoting logic, not someone else's template.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097280" y="2194560"/>
            <a:ext cx="10058400" cy="594360"/>
          </a:xfrm>
          <a:prstGeom prst="rect">
            <a:avLst/>
          </a:prstGeom>
          <a:solidFill>
            <a:srgbClr val="1F24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371600" y="219456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99E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0" y="2194560"/>
            <a:ext cx="5943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99E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ADAPTS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097280" y="2788920"/>
            <a:ext cx="10058400" cy="59436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234440" y="2990088"/>
            <a:ext cx="91440" cy="182880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463040" y="27889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Cabinet Makers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2788920"/>
            <a:ext cx="5943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5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Rooms → cabinets, finishes, installation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234440" y="3584448"/>
            <a:ext cx="91440" cy="182880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463040" y="338328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Countertop Fabricators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29200" y="3383280"/>
            <a:ext cx="5943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5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Areas → slabs, edges, sinks, install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097280" y="3977640"/>
            <a:ext cx="10058400" cy="59436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234440" y="4178808"/>
            <a:ext cx="91440" cy="182880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463040" y="397764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Landscapers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029200" y="3977640"/>
            <a:ext cx="5943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5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Zones → materials, equipment, labor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234440" y="4773168"/>
            <a:ext cx="91440" cy="182880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463040" y="457200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Painters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029200" y="4572000"/>
            <a:ext cx="5943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5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Rooms → surfaces, prep, paint type, coats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097280" y="5166360"/>
            <a:ext cx="10058400" cy="59436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234440" y="5367528"/>
            <a:ext cx="91440" cy="182880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463040" y="516636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 Metal / Fab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029200" y="5166360"/>
            <a:ext cx="5943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5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Pieces → material, fabrication, finishing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A881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you can describe how you quote, I can build it.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E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 App for Trade Businesses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24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48640"/>
            <a:ext cx="731520" cy="109728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C99E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PRODUCTION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5669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F0ED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Engstrom Wood Products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5669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99E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engstromwoodproducts.com  ·  Rogers, MN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606040"/>
            <a:ext cx="2670048" cy="1353312"/>
          </a:xfrm>
          <a:prstGeom prst="rect">
            <a:avLst/>
          </a:prstGeom>
          <a:solidFill>
            <a:srgbClr val="262C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2670048" cy="50292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58368" y="2770632"/>
            <a:ext cx="22677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99E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Hours → minutes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8368" y="3209544"/>
            <a:ext cx="22677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ED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Quotes that took an afternoon now go out before the customer leaves the lot.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0128" y="2606040"/>
            <a:ext cx="2670048" cy="1353312"/>
          </a:xfrm>
          <a:prstGeom prst="rect">
            <a:avLst/>
          </a:prstGeom>
          <a:solidFill>
            <a:srgbClr val="262C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310128" y="2606040"/>
            <a:ext cx="2670048" cy="50292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511296" y="2770632"/>
            <a:ext cx="22677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99E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 pricing drift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11296" y="3209544"/>
            <a:ext cx="22677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ED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line item from a single source of truth, every time.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4142232"/>
            <a:ext cx="2670048" cy="1353312"/>
          </a:xfrm>
          <a:prstGeom prst="rect">
            <a:avLst/>
          </a:prstGeom>
          <a:solidFill>
            <a:srgbClr val="262C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7200" y="4142232"/>
            <a:ext cx="2670048" cy="50292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58368" y="4306824"/>
            <a:ext cx="22677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99E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One-click duplicate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8368" y="4745736"/>
            <a:ext cx="22677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ED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last year's quote, tweak two lines, send.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310128" y="4142232"/>
            <a:ext cx="2670048" cy="1353312"/>
          </a:xfrm>
          <a:prstGeom prst="rect">
            <a:avLst/>
          </a:prstGeom>
          <a:solidFill>
            <a:srgbClr val="262C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310128" y="4142232"/>
            <a:ext cx="2670048" cy="50292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511296" y="4306824"/>
            <a:ext cx="22677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99E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Quote from anywhere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511296" y="4745736"/>
            <a:ext cx="22677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ED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Phone, tablet, laptop. Same data, real-time, no install.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5989320"/>
            <a:ext cx="5669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99E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daily, by the people who quote.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47382" y="2502469"/>
            <a:ext cx="5650992" cy="3021887"/>
          </a:xfrm>
          <a:prstGeom prst="rect">
            <a:avLst/>
          </a:prstGeom>
          <a:solidFill>
            <a:srgbClr val="000000"/>
          </a:solidFill>
          <a:ln w="19050">
            <a:solidFill>
              <a:srgbClr val="A881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47382" y="2536406"/>
            <a:ext cx="5650992" cy="298795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F0ED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 App for Trade Businesses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0ED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A88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GET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i="1" dirty="0">
                <a:solidFill>
                  <a:srgbClr val="1F2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finished tool. Yours.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914400" y="2377440"/>
            <a:ext cx="164592" cy="164592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280160" y="224028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1F2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Custom-built app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280160" y="269748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5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around your branding, your logo, your colors, and your pricing logic.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55080" y="2377440"/>
            <a:ext cx="164592" cy="164592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720840" y="224028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1F2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database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720840" y="269748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5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project data, only yours — never shared, never resold, with daily backups.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886200"/>
            <a:ext cx="164592" cy="164592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280160" y="374904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1F2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 panel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280160" y="420624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5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for pricing tables, contractors, and team access. No developer round-trips.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55080" y="3886200"/>
            <a:ext cx="164592" cy="164592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720840" y="374904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1F2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PDF templates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720840" y="420624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5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layouts ready to send: a clean customer-facing quote and a detailed internal sheet.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14400" y="5394960"/>
            <a:ext cx="164592" cy="164592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280160" y="525780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1F2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Email integration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280160" y="571500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5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Quotes go out from your domain, replies come back to your inbox.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55080" y="5394960"/>
            <a:ext cx="164592" cy="164592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720840" y="525780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1F2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days free tweaks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720840" y="571500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5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shops surface real edge cases. The first month after launch, I keep refining at no charge.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E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 App for Trade Businesses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A88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i="1" dirty="0">
                <a:solidFill>
                  <a:srgbClr val="1F2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steps. About six weeks, end to end.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2286000"/>
            <a:ext cx="103327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A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51560" y="2331720"/>
            <a:ext cx="1188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i="1" dirty="0">
                <a:solidFill>
                  <a:srgbClr val="A881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2286000" y="2377440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F2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Discovery call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286000" y="2743200"/>
            <a:ext cx="8778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5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minutes. Show me how you quote today — even the messy parts. I'll ask the awkward questions now so we don't hit them later.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4400" y="3410712"/>
            <a:ext cx="103327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A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51560" y="3456432"/>
            <a:ext cx="1188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i="1" dirty="0">
                <a:solidFill>
                  <a:srgbClr val="A881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2286000" y="3502152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F2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Working prototype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286000" y="3867912"/>
            <a:ext cx="8778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5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weeks to a real, clickable app with your pricing logic loaded in. Not mockups — actual software you can break.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" y="4535424"/>
            <a:ext cx="103327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A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051560" y="4581144"/>
            <a:ext cx="1188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i="1" dirty="0">
                <a:solidFill>
                  <a:srgbClr val="A881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2286000" y="4626864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F2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and refine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2286000" y="4992624"/>
            <a:ext cx="8778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5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quote a few real jobs through it. I fix friction. We iterate until it fits your shop, not the other way around.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14400" y="5660136"/>
            <a:ext cx="103327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A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051560" y="5705856"/>
            <a:ext cx="1188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i="1" dirty="0">
                <a:solidFill>
                  <a:srgbClr val="A881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5600" dirty="0"/>
          </a:p>
        </p:txBody>
      </p:sp>
      <p:sp>
        <p:nvSpPr>
          <p:cNvPr id="19" name="Text 17"/>
          <p:cNvSpPr/>
          <p:nvPr/>
        </p:nvSpPr>
        <p:spPr>
          <a:xfrm>
            <a:off x="2286000" y="575157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F2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Launch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2286000" y="6117336"/>
            <a:ext cx="8778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5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go live. Your team gets a short walkthrough. You stop opening the spreadsheet for new quotes.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E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 App for Trade Businesses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A88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1F2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Priced for a small shop. Built like an enterprise tool.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00888" y="2194560"/>
            <a:ext cx="5212080" cy="3291840"/>
          </a:xfrm>
          <a:prstGeom prst="rect">
            <a:avLst/>
          </a:prstGeom>
          <a:solidFill>
            <a:srgbClr val="1F242E"/>
          </a:solidFill>
          <a:ln w="12700">
            <a:solidFill>
              <a:srgbClr val="1F24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00888" y="2194560"/>
            <a:ext cx="5212080" cy="73152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112368" y="256032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A88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BUILD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12368" y="288036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i="1" dirty="0">
                <a:solidFill>
                  <a:srgbClr val="F0ED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flat fee per project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1112368" y="3867912"/>
            <a:ext cx="109728" cy="109728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340968" y="3703320"/>
            <a:ext cx="4160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0ED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based on how many product types and pricing rules you have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112368" y="4370832"/>
            <a:ext cx="109728" cy="109728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340968" y="4206240"/>
            <a:ext cx="4160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0ED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small-shop range fits within an annual tooling or marketing budget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112368" y="4873752"/>
            <a:ext cx="109728" cy="109728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340968" y="4709160"/>
            <a:ext cx="4160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0ED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price after the discovery call — no hourly surprises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78728" y="2194560"/>
            <a:ext cx="52120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A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278728" y="2194560"/>
            <a:ext cx="5212080" cy="73152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690208" y="256032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A881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ONGOING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690208" y="288036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i="1" dirty="0">
                <a:solidFill>
                  <a:srgbClr val="1F24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Monthly hosting + tweaks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6690208" y="3867912"/>
            <a:ext cx="109728" cy="109728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918808" y="3703320"/>
            <a:ext cx="4160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5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hosting, daily backups, security patches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690208" y="4370832"/>
            <a:ext cx="109728" cy="109728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918808" y="4206240"/>
            <a:ext cx="4160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5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pool of monthly hours for new fields, reports, or tweaks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690208" y="4873752"/>
            <a:ext cx="109728" cy="109728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918808" y="4709160"/>
            <a:ext cx="4160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5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anytime — your data stays yours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5806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A881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"Quote me back. I'll send a real number after our call."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E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 App for Trade Businesses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24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731520" cy="109728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C99E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TALK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000" dirty="0">
                <a:solidFill>
                  <a:srgbClr val="F0ED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your quoting process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548640" y="24231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000" dirty="0">
                <a:solidFill>
                  <a:srgbClr val="F0ED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slowing you down,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548640" y="32918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000" i="1" dirty="0">
                <a:solidFill>
                  <a:srgbClr val="A881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doesn't have to.</a:t>
            </a:r>
            <a:endParaRPr lang="en-US" sz="5000" dirty="0"/>
          </a:p>
        </p:txBody>
      </p:sp>
      <p:sp>
        <p:nvSpPr>
          <p:cNvPr id="7" name="Shape 5"/>
          <p:cNvSpPr/>
          <p:nvPr/>
        </p:nvSpPr>
        <p:spPr>
          <a:xfrm>
            <a:off x="548640" y="4754880"/>
            <a:ext cx="11064240" cy="1554480"/>
          </a:xfrm>
          <a:prstGeom prst="rect">
            <a:avLst/>
          </a:prstGeom>
          <a:solidFill>
            <a:srgbClr val="262C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48640" y="4754880"/>
            <a:ext cx="91440" cy="1554480"/>
          </a:xfrm>
          <a:prstGeom prst="rect">
            <a:avLst/>
          </a:prstGeom>
          <a:solidFill>
            <a:srgbClr val="A881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14400" y="49377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0ED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to my email or contact on WhatsApp.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54406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9E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Bilal Ahmed]   ·   [11bilalahmed@gmail.com]   ·   [ +92-321-2665520]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99E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1022</Words>
  <Application>Microsoft Office PowerPoint</Application>
  <PresentationFormat>Widescreen</PresentationFormat>
  <Paragraphs>157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Custom Quote App — Pitch Deck</dc:title>
  <dc:subject>PptxGenJS Presentation</dc:subject>
  <dc:creator>PptxGenJS</dc:creator>
  <cp:lastModifiedBy>Bilal Ahmed</cp:lastModifiedBy>
  <cp:revision>3</cp:revision>
  <dcterms:created xsi:type="dcterms:W3CDTF">2026-04-30T21:05:18Z</dcterms:created>
  <dcterms:modified xsi:type="dcterms:W3CDTF">2026-04-30T21:18:05Z</dcterms:modified>
</cp:coreProperties>
</file>