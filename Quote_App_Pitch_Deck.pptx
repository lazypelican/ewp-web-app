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0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ENGSTROM WOOD PRODUCTS · CASE STUDY &amp;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0ED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Quote App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Trade Businesses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estimating in spreadsheets. Start closing in minutes.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166360"/>
            <a:ext cx="1280160" cy="36576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craftspeople, by a developer who works with them.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quoting is eating your week.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00888" y="26974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0888" y="2697480"/>
            <a:ext cx="3383280" cy="54864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7" name="Text 5"/>
          <p:cNvSpPr/>
          <p:nvPr/>
        </p:nvSpPr>
        <p:spPr>
          <a:xfrm>
            <a:off x="975208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75208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 per quote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5208" y="43891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scratch pads, and "let me get back to you tomorrow." Every quote is a custom build from scratch.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4208" y="26974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4208" y="2697480"/>
            <a:ext cx="3383280" cy="54864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2" name="Text 10"/>
          <p:cNvSpPr/>
          <p:nvPr/>
        </p:nvSpPr>
        <p:spPr>
          <a:xfrm>
            <a:off x="4678528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78528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drift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8528" y="43891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jobs, different numbers. A small mistake in a spreadsheet costs real margin you'll never see.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7528" y="26974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528" y="2697480"/>
            <a:ext cx="3383280" cy="54864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7" name="Text 15"/>
          <p:cNvSpPr/>
          <p:nvPr/>
        </p:nvSpPr>
        <p:spPr>
          <a:xfrm>
            <a:off x="8381848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81848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follow-up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81848" y="43891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the proposal goes out, the customer's already talking to someone else. Speed wins jobs.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custom-branded estimating app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turns your pricing rules into instant, professional quotes.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4292" y="2980944"/>
            <a:ext cx="3593592" cy="1856232"/>
          </a:xfrm>
          <a:prstGeom prst="rect">
            <a:avLst/>
          </a:prstGeom>
          <a:ln w="12700">
            <a:solidFill>
              <a:srgbClr val="A88147"/>
            </a:solidFill>
            <a:prstDash val="solid"/>
          </a:ln>
        </p:spPr>
      </p:sp>
      <p:pic>
        <p:nvPicPr>
          <p:cNvPr id="7" name="Image 0" descr="C:/Users/SURFACE/Downloads/EWP Quote App/screen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8" y="3017520"/>
            <a:ext cx="3520440" cy="1783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0868" y="4892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0868" y="5257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projects, statuses, and client info — at a glance.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9052" y="2980944"/>
            <a:ext cx="3593592" cy="1856232"/>
          </a:xfrm>
          <a:prstGeom prst="rect">
            <a:avLst/>
          </a:prstGeom>
          <a:ln w="12700">
            <a:solidFill>
              <a:srgbClr val="A88147"/>
            </a:solidFill>
            <a:prstDash val="solid"/>
          </a:ln>
        </p:spPr>
      </p:sp>
      <p:pic>
        <p:nvPicPr>
          <p:cNvPr id="11" name="Image 1" descr="C:/Users/SURFACE/Downloads/EWP Quote App/screenshots/02_room_estim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628" y="3017520"/>
            <a:ext cx="3520440" cy="1783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35628" y="4892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Estimator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335628" y="5257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items, watch the total update live.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93812" y="2980944"/>
            <a:ext cx="3593592" cy="1856232"/>
          </a:xfrm>
          <a:prstGeom prst="rect">
            <a:avLst/>
          </a:prstGeom>
          <a:ln w="12700">
            <a:solidFill>
              <a:srgbClr val="A88147"/>
            </a:solidFill>
            <a:prstDash val="solid"/>
          </a:ln>
        </p:spPr>
      </p:sp>
      <p:pic>
        <p:nvPicPr>
          <p:cNvPr id="15" name="Image 2" descr="C:/Users/SURFACE/Downloads/EWP Quote App/screenshots/03_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388" y="3017520"/>
            <a:ext cx="3520440" cy="1783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0388" y="4892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 PDF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130388" y="5257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branding. Your logo. Sent in one click.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  —   PART 1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around how you actually quote.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54864" cy="192024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0312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Multi-step workflow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0" y="2971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Rooms → Final Details → Summary → Send. Each step validates the last so nothing slips through.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194560"/>
            <a:ext cx="54864" cy="192024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952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Itemized line by line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2971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Cabinetry, upgrades, finishing, install — every component priced from your tables, never guessed.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389120"/>
            <a:ext cx="54864" cy="192024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0312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totals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03120" y="5166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quantity, swap a finish, toggle tax — the grand total recalculates instantly.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38912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389120"/>
            <a:ext cx="54864" cy="192024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8952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adjustment 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89520" y="5166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a discount or markup across every line at once. Great for repeat customers or rush jobs.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  —   PART 2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estimate to inbox.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54864" cy="192024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0312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 PDF quotes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0" y="2971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two-page templates with your logo and your colors. Customer-facing and internal versions, side by side.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194560"/>
            <a:ext cx="54864" cy="192024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952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from the app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2971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quote to a client without leaving the screen. Replies come back to your inbox.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389120"/>
            <a:ext cx="54864" cy="192024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0312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03120" y="5166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pricing tables, contractors, users, and bug reports. No developer needed for day-to-day changes.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38912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389120"/>
            <a:ext cx="54864" cy="192024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8952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Cloud-synced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89520" y="5166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from the office, the truck, or the job site. Same data, any device, real-time.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YOUR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quoting logic, not someone else's template.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10058400" cy="594360"/>
          </a:xfrm>
          <a:prstGeom prst="rect">
            <a:avLst/>
          </a:prstGeom>
          <a:solidFill>
            <a:srgbClr val="1F242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194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21945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ADAPTS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788920"/>
            <a:ext cx="10058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2990088"/>
            <a:ext cx="91440" cy="18288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7889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Cabinet Makers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7889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→ cabinets, finishes, installation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34440" y="3584448"/>
            <a:ext cx="91440" cy="18288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3832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Countertop Fabricators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→ slabs, edges, sinks, install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977640"/>
            <a:ext cx="10058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4178808"/>
            <a:ext cx="91440" cy="18288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9776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Landscapers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977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→ materials, equipment, labor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34440" y="4773168"/>
            <a:ext cx="91440" cy="18288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5720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45720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→ surfaces, prep, paint type, coats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5166360"/>
            <a:ext cx="10058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234440" y="5367528"/>
            <a:ext cx="91440" cy="18288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5166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Metal / Fab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51663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→ material, fabrication, finishing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can describe how you quote, I can build it.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731520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0ED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Engstrom Wood Products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engstromwoodproducts.com  ·  Rogers, MN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70048" cy="1353312"/>
          </a:xfrm>
          <a:prstGeom prst="rect">
            <a:avLst/>
          </a:prstGeom>
          <a:solidFill>
            <a:srgbClr val="262C3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06040"/>
            <a:ext cx="2670048" cy="502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70632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9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 → minutes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3209544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that took an afternoon now go out before the customer leaves the lot.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2606040"/>
            <a:ext cx="2670048" cy="1353312"/>
          </a:xfrm>
          <a:prstGeom prst="rect">
            <a:avLst/>
          </a:prstGeom>
          <a:solidFill>
            <a:srgbClr val="262C36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2606040"/>
            <a:ext cx="2670048" cy="502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770632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9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pricing drift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11296" y="3209544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item from a single source of truth, every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42232"/>
            <a:ext cx="2670048" cy="1353312"/>
          </a:xfrm>
          <a:prstGeom prst="rect">
            <a:avLst/>
          </a:prstGeom>
          <a:solidFill>
            <a:srgbClr val="262C3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142232"/>
            <a:ext cx="2670048" cy="502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306824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9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duplicate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4745736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last year's quote, tweak two lines, send.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4142232"/>
            <a:ext cx="2670048" cy="1353312"/>
          </a:xfrm>
          <a:prstGeom prst="rect">
            <a:avLst/>
          </a:prstGeom>
          <a:solidFill>
            <a:srgbClr val="262C36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4142232"/>
            <a:ext cx="2670048" cy="502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0" name="Text 18"/>
          <p:cNvSpPr/>
          <p:nvPr/>
        </p:nvSpPr>
        <p:spPr>
          <a:xfrm>
            <a:off x="3511296" y="4306824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9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 from anywhere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11296" y="4745736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tablet, laptop. Same data, real-time, no install.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daily, by the people who quote.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74320"/>
            <a:ext cx="5650992" cy="5989320"/>
          </a:xfrm>
          <a:prstGeom prst="rect">
            <a:avLst/>
          </a:prstGeom>
          <a:solidFill>
            <a:srgbClr val="000000"/>
          </a:solidFill>
          <a:ln w="19050">
            <a:solidFill>
              <a:srgbClr val="A88147"/>
            </a:solidFill>
            <a:prstDash val="solid"/>
          </a:ln>
        </p:spPr>
      </p:sp>
      <p:pic>
        <p:nvPicPr>
          <p:cNvPr id="24" name="Image 0" descr="C:/Users/SURFACE/Downloads/EWP Quote App/screen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74320"/>
            <a:ext cx="5650992" cy="5989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finished tool. Yours.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164592" cy="1645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Custom-built app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6974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your branding, your logo, your colors, and your pricing logic.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2377440"/>
            <a:ext cx="164592" cy="1645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240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database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20840" y="26974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data, only yours — never shared, never resold, with daily backups.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164592" cy="1645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4206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 pricing tables, contractors, and team access. No developer round-trips.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3886200"/>
            <a:ext cx="164592" cy="1645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templates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20840" y="4206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layouts ready to send: a clean customer-facing quote and a detailed internal sheet.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164592" cy="1645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5257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integration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80160" y="57150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go out from your domain, replies come back to your inbox.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5394960"/>
            <a:ext cx="164592" cy="16459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5257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 free tweaks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720840" y="57150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shops surface real edge cases. The first month after launch, I keep refining at no charge.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steps. About six weeks, end to end.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0332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317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286000" y="237744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call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minutes. Show me how you quote today — even the messy parts. I'll ask the awkward questions now so we don't hit them later.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410712"/>
            <a:ext cx="10332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5643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286000" y="350215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prototype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386791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to a real, clickable app with your pricing logic loaded in. Not mockups — actual software you can break.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535424"/>
            <a:ext cx="10332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581144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2286000" y="4626864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and refine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4992624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quote a few real jobs through it. I fix friction. We iterate until it fits your shop, not the other way around.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660136"/>
            <a:ext cx="10332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705856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286000" y="575157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286000" y="6117336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live. Your team gets a short walkthrough. You stop opening the spreadsheet for new quotes.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for a small shop. Built like an enterprise tool.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00888" y="2194560"/>
            <a:ext cx="5212080" cy="3291840"/>
          </a:xfrm>
          <a:prstGeom prst="rect">
            <a:avLst/>
          </a:prstGeom>
          <a:solidFill>
            <a:srgbClr val="1F242E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0888" y="2194560"/>
            <a:ext cx="5212080" cy="7315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7" name="Text 5"/>
          <p:cNvSpPr/>
          <p:nvPr/>
        </p:nvSpPr>
        <p:spPr>
          <a:xfrm>
            <a:off x="1112368" y="2560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2368" y="2880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0ED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flat fee per project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112368" y="3867912"/>
            <a:ext cx="109728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0" name="Text 8"/>
          <p:cNvSpPr/>
          <p:nvPr/>
        </p:nvSpPr>
        <p:spPr>
          <a:xfrm>
            <a:off x="1340968" y="37033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based on how many product types and pricing rules you have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2368" y="4370832"/>
            <a:ext cx="109728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2" name="Text 10"/>
          <p:cNvSpPr/>
          <p:nvPr/>
        </p:nvSpPr>
        <p:spPr>
          <a:xfrm>
            <a:off x="1340968" y="42062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small-shop range fits within an annual tooling or marketing budget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12368" y="4873752"/>
            <a:ext cx="109728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4" name="Text 12"/>
          <p:cNvSpPr/>
          <p:nvPr/>
        </p:nvSpPr>
        <p:spPr>
          <a:xfrm>
            <a:off x="1340968" y="47091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price after the discovery call — no hourly surprises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8728" y="219456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2194560"/>
            <a:ext cx="5212080" cy="73152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90208" y="2560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88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ONGOING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90208" y="2880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F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hosting + tweaks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690208" y="3867912"/>
            <a:ext cx="109728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0" name="Text 18"/>
          <p:cNvSpPr/>
          <p:nvPr/>
        </p:nvSpPr>
        <p:spPr>
          <a:xfrm>
            <a:off x="6918808" y="37033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hosting, daily backups, security patches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90208" y="4370832"/>
            <a:ext cx="109728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2" name="Text 20"/>
          <p:cNvSpPr/>
          <p:nvPr/>
        </p:nvSpPr>
        <p:spPr>
          <a:xfrm>
            <a:off x="6918808" y="42062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of monthly hours for new fields, reports, or tweaks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90208" y="4873752"/>
            <a:ext cx="109728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24" name="Text 22"/>
          <p:cNvSpPr/>
          <p:nvPr/>
        </p:nvSpPr>
        <p:spPr>
          <a:xfrm>
            <a:off x="6918808" y="47091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 — your data stays yours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"Quote me back. I'll send a real number after our call."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App for Trade Businesses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0" cy="109728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0ED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your quoting process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0ED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slowing you down,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i="1" dirty="0">
                <a:solidFill>
                  <a:srgbClr val="A88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have to.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solidFill>
            <a:srgbClr val="262C3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754880"/>
            <a:ext cx="91440" cy="1554480"/>
          </a:xfrm>
          <a:prstGeom prst="rect">
            <a:avLst/>
          </a:prstGeom>
          <a:solidFill>
            <a:srgbClr val="A8814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my email, or grab 30 minutes on my calendar — link below.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 ·   [ your.email@domain.com ]   ·   [ (xxx) xxx-xxxx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calendar link goes here — e.g. cal.com/yourname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Quote App — Pitch Deck</dc:title>
  <dc:subject>PptxGenJS Presentation</dc:subject>
  <dc:creator>PptxGenJS</dc:creator>
  <cp:lastModifiedBy>PptxGenJS</cp:lastModifiedBy>
  <cp:revision>1</cp:revision>
  <dcterms:created xsi:type="dcterms:W3CDTF">2026-04-30T21:05:18Z</dcterms:created>
  <dcterms:modified xsi:type="dcterms:W3CDTF">2026-04-30T21:05:18Z</dcterms:modified>
</cp:coreProperties>
</file>